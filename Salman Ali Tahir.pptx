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9630-0281-6150-7C11-2FED31D90A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Phishing Awareness Training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9DF1E-D597-B122-9C14-289E071F8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Presented by: Salman Ali Tahir
</a:t>
            </a:r>
            <a:r>
              <a:rPr lang="en-GB" dirty="0" err="1"/>
              <a:t>CodeAlpha</a:t>
            </a:r>
            <a:r>
              <a:rPr lang="en-GB" dirty="0"/>
              <a:t> Cybersecurity Internship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4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79BD-A143-F6DE-71A2-A76065B8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Phishing?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E58F-9C66-CEEF-26E0-F24F6F06E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Phishing is a cyber attack where criminals pretend to be trusted sources to steal sensitive information like passwords, credit card numbers, and personal data through fake emails, websites, or messages.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3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57B7-7E59-FA52-5F02-1C08BB88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Phishing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29439-F7A6-F1D3-4CCD-A98C5D05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Email Phishing,  fake emails from banks or companies
Spear Phishing,  targeted attack on specific person
</a:t>
            </a:r>
            <a:r>
              <a:rPr lang="en-GB" dirty="0" err="1"/>
              <a:t>Smishing</a:t>
            </a:r>
            <a:r>
              <a:rPr lang="en-GB" dirty="0"/>
              <a:t>,  phishing via SMS
</a:t>
            </a:r>
            <a:r>
              <a:rPr lang="en-GB" dirty="0" err="1"/>
              <a:t>Vishing</a:t>
            </a:r>
            <a:r>
              <a:rPr lang="en-GB" dirty="0"/>
              <a:t>, phishing via phone call
Clone Phishing,  copy of real email with malicious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7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022D-935D-48E2-2662-EBB7A962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 World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3BDC2-2CEB-35E4-C314-30B74223B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Fake bank email asking to verify account
Fake PayPal/Jazz Cash login page
Fake job offer asking for personal details
Fake OTP request via SMS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1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F526-8A6A-44DD-E1F7-09A5C86F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Recognize Phishing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6F7F-22F8-FF8D-1ABF-EF3EFA258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Sender email looks suspicious
Urgent or threatening language
Spelling mistakes in email/website
Suspicious links hover to check
Asking for personal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60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1DE1-FE94-56B0-7730-95F6EAEA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Stay Safe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76832-5DF9-0209-BA4B-A5D8B092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Never click unknown links
Always verify sender email
Use two factor authentication
Keep software updated
Report suspicious emails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57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AE87-2822-6581-14A4-83249A7A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21C7D-E305-A722-2521-4B045D476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Q1: What is phishing?
Q2: Name 2 types of phishing
Q3: How can you recognize a phishing email?
</a:t>
            </a:r>
            <a:r>
              <a:rPr lang="en-GB"/>
              <a:t>Q4: What should you do if you receive a suspicious email?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9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9016-1733-F629-BD25-9997EEEA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A129-EFEF-4203-94E2-235C0D92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Stay alert, stay safe. Phishing attacks are increasing daily awareness is your best </a:t>
            </a:r>
            <a:r>
              <a:rPr lang="en-GB" b="1" dirty="0" err="1"/>
              <a:t>defense</a:t>
            </a:r>
            <a:r>
              <a:rPr lang="en-GB" b="1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33177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Gallery</vt:lpstr>
      <vt:lpstr>Phishing Awareness Training</vt:lpstr>
      <vt:lpstr>What is Phishing?</vt:lpstr>
      <vt:lpstr>Types of Phishing</vt:lpstr>
      <vt:lpstr>Real World Examples</vt:lpstr>
      <vt:lpstr>How to Recognize Phishing</vt:lpstr>
      <vt:lpstr>How to Stay Safe</vt:lpstr>
      <vt:lpstr>Quiz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salmanalitahir.16@gmail.com</dc:creator>
  <cp:lastModifiedBy>salmanalitahir.16@gmail.com</cp:lastModifiedBy>
  <cp:revision>1</cp:revision>
  <dcterms:created xsi:type="dcterms:W3CDTF">2026-05-31T10:19:36Z</dcterms:created>
  <dcterms:modified xsi:type="dcterms:W3CDTF">2026-05-31T10:26:51Z</dcterms:modified>
</cp:coreProperties>
</file>